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slideMasters/_rels/slideMaster1.xml.rels><?xml version="1.0" encoding="UTF-8"?><Relationships xmlns="http://schemas.openxmlformats.org/package/2006/relationships"/>
</file>

<file path=ppt/slides/_rels/slide1.xml.rels><?xml version="1.0" encoding="UTF-8"?><Relationships xmlns="http://schemas.openxmlformats.org/package/2006/relationships"/>
</file>

<file path=ppt/slides/_rels/slide2.xml.rels><?xml version="1.0" encoding="UTF-8"?><Relationships xmlns="http://schemas.openxmlformats.org/package/2006/relationships"/>
</file>

<file path=ppt/slides/_rels/slide3.xml.rels><?xml version="1.0" encoding="UTF-8"?><Relationships xmlns="http://schemas.openxmlformats.org/package/2006/relationships"/>
</file>

<file path=ppt/slides/_rels/slide4.xml.rels><?xml version="1.0" encoding="UTF-8"?><Relationships xmlns="http://schemas.openxmlformats.org/package/2006/relationships"/>
</file>

<file path=ppt/slides/_rels/slide5.xml.rels><?xml version="1.0" encoding="UTF-8"?><Relationships xmlns="http://schemas.openxmlformats.org/package/2006/relationships"/>
</file>

<file path=ppt/slides/_rels/slide6.xml.rels><?xml version="1.0" encoding="UTF-8"?><Relationships xmlns="http://schemas.openxmlformats.org/package/2006/relationships"/>
</file>

<file path=ppt/slides/_rels/slide7.xml.rels><?xml version="1.0" encoding="UTF-8"?><Relationships xmlns="http://schemas.openxmlformats.org/package/2006/relationships"/>
</file>

<file path=ppt/slides/_rels/slide8.xml.rels><?xml version="1.0" encoding="UTF-8"?><Relationships xmlns="http://schemas.openxmlformats.org/package/2006/relationships"/>
</file>

<file path=ppt/slides/_rels/slide9.xml.rels><?xml version="1.0" encoding="UTF-8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>
      <p:nvSpPr>
        <p:cNvPr id="1" name="Title"/>
        <p:cNvSpPr/>
        <p:nvPr/>
      </p:nvSpPr>
      <p:spPr>
        <a:xfrm>
          <a:off x="685800" y="2133600"/>
          <a:ext cx="7772400" cy="1470025"/>
        </a:xfrm>
      </p:spPr>
      <p:txBody>
        <a:bodyPr/>
        <a:lstStyle/>
        <a:p>
          <a:r>
            <a:rPr sz="4000" b="1"/>
            <a:t>Virtual Engineering Teams as a Service</a:t>
          </a:r>
        </a:p>
      </p:txBody>
    </p:sp>
    <p:sp>
      <p:nvSpPr>
        <p:cNvPr id="2" name="Subtitle"/>
        <p:cNvSpPr/>
        <p:nvPr/>
      </p:nvSpPr>
      <p:spPr>
        <a:xfrm>
          <a:off x="1371600" y="3886200"/>
          <a:ext cx="6400800" cy="1752600"/>
        </a:xfrm>
      </p:spPr>
      <p:txBody>
        <a:bodyPr/>
        <a:lstStyle/>
        <a:p>
          <a:r>
            <a:rPr sz="2400"/>
            <a:t>Business Plan — Prepared for Sean Rohde • June 2026</a:t>
          </a:r>
        </a:p>
      </p:txBody>
    </p:sp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>
      <p:nvSpPr>
        <p:cNvPr id="1" name="Title"/>
        <p:cNvSpPr/>
        <p:nvPr/>
      </p:nvSpPr>
      <p:spPr>
        <a:xfrm>
          <a:off x="457200" y="274638"/>
          <a:ext cx="8229600" cy="1143000"/>
        </a:xfrm>
      </p:spPr>
      <p:txBody>
        <a:bodyPr/>
        <a:lstStyle/>
        <a:p>
          <a:r>
            <a:rPr sz="3200" b="1"/>
            <a:t>Business Plan — "AI-Powered Dev Teams, Human-Led Architecture"</a:t>
          </a:r>
        </a:p>
      </p:txBody>
    </p:sp>
    <p:sp>
      <p:nvSpPr>
        <p:cNvPr id="2" name="Body"/>
        <p:cNvSpPr/>
        <p:nvPr/>
      </p:nvSpPr>
      <p:spPr>
        <a:xfrm>
          <a:off x="457200" y="1600200"/>
          <a:ext cx="8229600" cy="5143500"/>
        </a:xfrm>
      </p:spPr>
      <p:txBody>
        <a:bodyPr/>
        <a:lstStyle/>
        <a:p>
          <a:r>
            <a:rPr sz="1400"/>
            <a:t>Prepared for: Sean Rohde, Senior AI Engineer</a:t>
          </a:r>
        </a:p>
        <a:p>
          <a:r>
            <a:rPr sz="1400"/>
            <a:t>Date: June 26, 2026</a:t>
          </a:r>
        </a:p>
        <a:p>
          <a:r>
            <a:rPr sz="1400"/>
            <a:t>Version: 1.0 — Draft for Discussion</a:t>
          </a:r>
        </a:p>
      </p:txBody>
    </p:sp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>
      <p:nvSpPr>
        <p:cNvPr id="1" name="Title"/>
        <p:cNvSpPr/>
        <p:nvPr/>
      </p:nvSpPr>
      <p:spPr>
        <a:xfrm>
          <a:off x="457200" y="274638"/>
          <a:ext cx="8229600" cy="1143000"/>
        </a:xfrm>
      </p:spPr>
      <p:txBody>
        <a:bodyPr/>
        <a:lstStyle/>
        <a:p>
          <a:r>
            <a:rPr sz="3200" b="1"/>
            <a:t>1. Executive Summary</a:t>
          </a:r>
        </a:p>
      </p:txBody>
    </p:sp>
    <p:sp>
      <p:nvSpPr>
        <p:cNvPr id="2" name="Body"/>
        <p:cNvSpPr/>
        <p:nvPr/>
      </p:nvSpPr>
      <p:spPr>
        <a:xfrm>
          <a:off x="457200" y="1600200"/>
          <a:ext cx="8229600" cy="5143500"/>
        </a:xfrm>
      </p:spPr>
      <p:txBody>
        <a:bodyPr/>
        <a:lstStyle/>
        <a:p>
          <a:r>
            <a:rPr sz="1400"/>
            <a:t>Small and mid-sized companies need custom software but face a brutal reality: hiring even one developer costs $80-120K/year fully loaded, freelancers are unreliable, and agencies charge $150-250/hour.</a:t>
          </a:r>
        </a:p>
        <a:p>
          <a:r>
            <a:rPr sz="1400"/>
            <a:t>VETaaS solves this by giving non-technical companies a dedicated 3-agent AI engineering team overseen by a Senior AI Engineer , for $1,500-2,500/month — roughly 25% of what a single junior developer c</a:t>
          </a:r>
        </a:p>
        <a:p>
          <a:r>
            <a:rPr sz="1400"/>
            <a:t>The key differentiator: clients never touch the agents. They describe what they want. They see results every week — kanban boards, bug trackers, deployed software on test servers, and production deplo</a:t>
          </a:r>
        </a:p>
      </p:txBody>
    </p:sp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>
      <p:nvSpPr>
        <p:cNvPr id="1" name="Title"/>
        <p:cNvSpPr/>
        <p:nvPr/>
      </p:nvSpPr>
      <p:spPr>
        <a:xfrm>
          <a:off x="457200" y="274638"/>
          <a:ext cx="8229600" cy="1143000"/>
        </a:xfrm>
      </p:spPr>
      <p:txBody>
        <a:bodyPr/>
        <a:lstStyle/>
        <a:p>
          <a:r>
            <a:rPr sz="3200" b="1"/>
            <a:t>2. The Product: What Clients Actually Get</a:t>
          </a:r>
        </a:p>
      </p:txBody>
    </p:sp>
    <p:sp>
      <p:nvSpPr>
        <p:cNvPr id="2" name="Body"/>
        <p:cNvSpPr/>
        <p:nvPr/>
      </p:nvSpPr>
      <p:spPr>
        <a:xfrm>
          <a:off x="457200" y="1600200"/>
          <a:ext cx="8229600" cy="5143500"/>
        </a:xfrm>
      </p:spPr>
      <p:txBody>
        <a:bodyPr/>
        <a:lstStyle/>
      </p:txBody>
    </p:sp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>
      <p:nvSpPr>
        <p:cNvPr id="1" name="Title"/>
        <p:cNvSpPr/>
        <p:nvPr/>
      </p:nvSpPr>
      <p:spPr>
        <a:xfrm>
          <a:off x="457200" y="274638"/>
          <a:ext cx="8229600" cy="1143000"/>
        </a:xfrm>
      </p:spPr>
      <p:txBody>
        <a:bodyPr/>
        <a:lstStyle/>
        <a:p>
          <a:r>
            <a:rPr sz="3200" b="1"/>
            <a:t>3. System Architecture</a:t>
          </a:r>
        </a:p>
      </p:txBody>
    </p:sp>
    <p:sp>
      <p:nvSpPr>
        <p:cNvPr id="2" name="Body"/>
        <p:cNvSpPr/>
        <p:nvPr/>
      </p:nvSpPr>
      <p:spPr>
        <a:xfrm>
          <a:off x="457200" y="1600200"/>
          <a:ext cx="8229600" cy="5143500"/>
        </a:xfrm>
      </p:spPr>
      <p:txBody>
        <a:bodyPr/>
        <a:lstStyle/>
        <a:p>
          <a:r>
            <a:rPr sz="1400"/>
            <a:t>┌─────────────────────────────────────────────────────────────────────────────┐</a:t>
          </a:r>
        </a:p>
        <a:p>
          <a:r>
            <a:rPr sz="1400"/>
            <a:t>│                              CLIENT DOMAIN                                    │</a:t>
          </a:r>
        </a:p>
        <a:p>
          <a:r>
            <a:rPr sz="1400"/>
            <a:t>│                                                                               │</a:t>
          </a:r>
        </a:p>
        <a:p>
          <a:r>
            <a:rPr sz="1400"/>
            <a:t>│   ┌──────────┐    ┌──────────┐    ┌──────────────┐    ┌──────────────┐      │</a:t>
          </a:r>
        </a:p>
        <a:p>
          <a:r>
            <a:rPr sz="1400"/>
            <a:t>│   │  CLIENT  │    │  WEEKLY  │    │   QA TEST    │    │  PRODUCTION  │      │</a:t>
          </a:r>
        </a:p>
        <a:p>
          <a:r>
            <a:rPr sz="1400"/>
            <a:t>│   │  PORTAL  │    │  REPORT  │    │   SERVER     │    │   SERVER     │      │</a:t>
          </a:r>
        </a:p>
        <a:p>
          <a:r>
            <a:rPr sz="1400"/>
            <a:t>│   │          │    │   │    │              │    │              │      │</a:t>
          </a:r>
        </a:p>
        <a:p>
          <a:r>
            <a:rPr sz="1400"/>
            <a:t>│   │ ┌──────┐ │    │          │    │ ┌──────────┐ │    │ ┌──────────┐ │      │</a:t>
          </a:r>
        </a:p>
        <a:p>
          <a:r>
            <a:rPr sz="1400"/>
            <a:t>│   │ │Kanban│ │    │ - Shipped│    │ │Staging   │ │    │ │Live app  │ │      │</a:t>
          </a:r>
        </a:p>
        <a:p>
          <a:r>
            <a:rPr sz="1400"/>
            <a:t>│   │ │Board │ │    │ - In Prog│    │ │deploy    │ │    │ │production│ │      │</a:t>
          </a:r>
        </a:p>
        <a:p>
          <a:r>
            <a:rPr sz="1400"/>
            <a:t>│   │ ├──────┤ │    │ - Bugs   │    │ │Client QA │ │    │ │URL       │ │      │</a:t>
          </a:r>
        </a:p>
        <a:p>
          <a:r>
            <a:rPr sz="1400"/>
            <a:t>│   │ │Bugs  │ │    │ - Blocked│    │ │tests here│ │    │ └──────────┘ │      │</a:t>
          </a:r>
        </a:p>
      </p:txBody>
    </p:sp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>
      <p:nvSpPr>
        <p:cNvPr id="1" name="Title"/>
        <p:cNvSpPr/>
        <p:nvPr/>
      </p:nvSpPr>
      <p:spPr>
        <a:xfrm>
          <a:off x="457200" y="274638"/>
          <a:ext cx="8229600" cy="1143000"/>
        </a:xfrm>
      </p:spPr>
      <p:txBody>
        <a:bodyPr/>
        <a:lstStyle/>
        <a:p>
          <a:r>
            <a:rPr sz="3200" b="1"/>
            <a:t>4. Pricing Tiers</a:t>
          </a:r>
        </a:p>
      </p:txBody>
    </p:sp>
    <p:sp>
      <p:nvSpPr>
        <p:cNvPr id="2" name="Body"/>
        <p:cNvSpPr/>
        <p:nvPr/>
      </p:nvSpPr>
      <p:spPr>
        <a:xfrm>
          <a:off x="457200" y="1600200"/>
          <a:ext cx="8229600" cy="5143500"/>
        </a:xfrm>
      </p:spPr>
      <p:txBody>
        <a:bodyPr/>
        <a:lstStyle/>
      </p:txBody>
    </p:sp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>
      <p:nvSpPr>
        <p:cNvPr id="1" name="Title"/>
        <p:cNvSpPr/>
        <p:nvPr/>
      </p:nvSpPr>
      <p:spPr>
        <a:xfrm>
          <a:off x="457200" y="274638"/>
          <a:ext cx="8229600" cy="1143000"/>
        </a:xfrm>
      </p:spPr>
      <p:txBody>
        <a:bodyPr/>
        <a:lstStyle/>
        <a:p>
          <a:r>
            <a:rPr sz="3200" b="1"/>
            <a:t>5. The Client Portal</a:t>
          </a:r>
        </a:p>
      </p:txBody>
    </p:sp>
    <p:sp>
      <p:nvSpPr>
        <p:cNvPr id="2" name="Body"/>
        <p:cNvSpPr/>
        <p:nvPr/>
      </p:nvSpPr>
      <p:spPr>
        <a:xfrm>
          <a:off x="457200" y="1600200"/>
          <a:ext cx="8229600" cy="5143500"/>
        </a:xfrm>
      </p:spPr>
      <p:txBody>
        <a:bodyPr/>
        <a:lstStyle/>
      </p:txBody>
    </p:sp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>
      <p:nvSpPr>
        <p:cNvPr id="1" name="Title"/>
        <p:cNvSpPr/>
        <p:nvPr/>
      </p:nvSpPr>
      <p:spPr>
        <a:xfrm>
          <a:off x="457200" y="274638"/>
          <a:ext cx="8229600" cy="1143000"/>
        </a:xfrm>
      </p:spPr>
      <p:txBody>
        <a:bodyPr/>
        <a:lstStyle/>
        <a:p>
          <a:r>
            <a:rPr sz="3200" b="1"/>
            <a:t>6. The Agent Team Structure</a:t>
          </a:r>
        </a:p>
      </p:txBody>
    </p:sp>
    <p:sp>
      <p:nvSpPr>
        <p:cNvPr id="2" name="Body"/>
        <p:cNvSpPr/>
        <p:nvPr/>
      </p:nvSpPr>
      <p:spPr>
        <a:xfrm>
          <a:off x="457200" y="1600200"/>
          <a:ext cx="8229600" cy="5143500"/>
        </a:xfrm>
      </p:spPr>
      <p:txBody>
        <a:bodyPr/>
        <a:lstStyle/>
      </p:txBody>
    </p:sp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>
      <p:nvSpPr>
        <p:cNvPr id="1" name="Title"/>
        <p:cNvSpPr/>
        <p:nvPr/>
      </p:nvSpPr>
      <p:spPr>
        <a:xfrm>
          <a:off x="457200" y="274638"/>
          <a:ext cx="8229600" cy="1143000"/>
        </a:xfrm>
      </p:spPr>
      <p:txBody>
        <a:bodyPr/>
        <a:lstStyle/>
        <a:p>
          <a:r>
            <a:rPr sz="3200" b="1"/>
            <a:t>7. The Workflow: From Client Request to Deployed Feature</a:t>
          </a:r>
        </a:p>
      </p:txBody>
    </p:sp>
    <p:sp>
      <p:nvSpPr>
        <p:cNvPr id="2" name="Body"/>
        <p:cNvSpPr/>
        <p:nvPr/>
      </p:nvSpPr>
      <p:spPr>
        <a:xfrm>
          <a:off x="457200" y="1600200"/>
          <a:ext cx="8229600" cy="5143500"/>
        </a:xfrm>
      </p:spPr>
      <p:txBody>
        <a:bodyPr/>
        <a:lstStyle/>
        <a:p>
          <a:r>
            <a:rPr sz="1400"/>
            <a:t>WEEK 1                           WEEK 2</a:t>
          </a:r>
        </a:p>
        <a:p>
          <a:r>
            <a:rPr sz="1400"/>
            <a:t>───────                          ───────</a:t>
          </a:r>
        </a:p>
        <a:p>
          <a:r>
            <a:rPr sz="1400"/>
            <a:t>MON   Client submits:              MON   Sean reviews PRs,</a:t>
          </a:r>
        </a:p>
        <a:p>
          <a:r>
            <a:rPr sz="1400"/>
            <a:t>"I need customers to               merges approved ones,</a:t>
          </a:r>
        </a:p>
        <a:p>
          <a:r>
            <a:rPr sz="1400"/>
            <a:t>upload profile photos"             deploys to staging</a:t>
          </a:r>
        </a:p>
        <a:p>
          <a:r>
            <a:rPr sz="1400"/>
            <a:t>↓                                 ↓</a:t>
          </a:r>
        </a:p>
        <a:p>
          <a:r>
            <a:rPr sz="1400"/>
            <a:t>Sean translates:              TUE   Client gets email:</a:t>
          </a:r>
        </a:p>
        <a:p>
          <a:r>
            <a:rPr sz="1400"/>
            <a:t>→ Ticket: "Create image             "New feature ready</a:t>
          </a:r>
        </a:p>
        <a:p>
          <a:r>
            <a:rPr sz="1400"/>
            <a:t>upload API endpoint"              for QA testing at</a:t>
          </a:r>
        </a:p>
        <a:p>
          <a:r>
            <a:rPr sz="1400"/>
            <a:t>→ Ticket: "Build photo              qa.clientname.io"</a:t>
          </a:r>
        </a:p>
        <a:p>
          <a:r>
            <a:rPr sz="1400"/>
            <a:t>upload UI component"</a:t>
          </a:r>
        </a:p>
        <a:p>
          <a:r>
            <a:rPr sz="1400"/>
            <a:t>→ Ticket: "Configure S3       WED   Client QAs, finds</a:t>
          </a:r>
        </a:p>
      </p:txBody>
    </p:sp>
  </p:cSld>
</p:sld>
</file>